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OPBuying Index Options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498DB"/>
                </a:solidFill>
              </a:defRPr>
            </a:pPr>
            <a:r>
              <a:t>Architecture Presentation — v2.53.0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May 21, 2026  |  Production Ready  |  NIFTY / BANKNIFTY / FINNIFTY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Current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Trading Brain (~8,200 lines) — Main loop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Execution Service — Deterministic state machine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Risk Service — Position sizing, limits, VaR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Signal Pipeline — RSI/MACD/ADX/IV rank/PCR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ML Classifier — LightGBM + SHAP (14 features)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Broker Adapters — Kite, Angel, Paper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Reconciliation — Broker-internal state sync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Governance — Environment, migration, retention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Dashboard — FastAPI web dashboard (opt-in)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Telegram — Command interface with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Key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545 Python source files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2,397 unit/integration tests (100% pass)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60+ core modules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490+ configuration keys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~1.6M total SLOC (incl. tests)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Python 3.10–3.19 compatibility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Windows primary / Linux Docker compatible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Dual-broker support (Kite + Angel)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Paper mode invariant (never touches real API)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Comparative Analysis — Previous vs Current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Previous (v2.44)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Current (v2.53.0)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Signal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Basic RSI/MACD/ADX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14-feature ML + SHAP + IV rank + PCR + GEX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Fixed SL/TP limits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VaR, Kelly, Stress Test, Scale-In, VaR, Regime-adaptive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Direct broker API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Deterministic state machine + reconciliation + failover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Broker Abstraction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Tightly coupled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Ports &amp; Adapters + Paper mode invariant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Data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Yahoo Finance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Yahoo + NSE API + WebSocket + OI snapshots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Testing Coverage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~500 tests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2,397 tests (stress, catastrophic, failover, reconciliation)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Env separation, migration, retention, audit, security review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Architecture 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Execution Reconciliation — Deterministic state machine prevents duplicate orders after broker timeout/ambiguity. True broker-vs-internal state sync on startup eliminates zombie positions.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Broker Abstraction — Clean ports-and-adapters pattern. Paper mode NEVER touches real broker APIs. Thread-safe failover manager with recovery windows.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ML Pipeline — LightGBM with 14 features + SHAP explainability + Brier score calibration tracking. Concept drift detection with PSI + KS statistics.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Resilience Testing — 2,397 tests with 100% pass rate covering stress, catastrophic, failure injection, concurrency, and failover scenarios.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Governance Framework — Environment separation (DEV/QA/PAPER/SHADOW/STAGING/PRODUCTION), automatic DB migration, data retention policies, audit trails.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Realistic Paper Mode — OI/volume liquidity filter, bid-ask spread, slippage model, mid-price fill simulation for realistic paper trading.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Architecture Weaknesses &amp; Improvement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🔴 Risk Engine 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~10 risk modules need consolidation into single RiskAuthority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🔴 Backend 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Yahoo Finance lacks OI/PCR; 30-day 1m cap; no corporate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🟡 CI/CD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No automated pre-commit hooks, CI pipeline, or release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🟡 Release Hygiene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No automated release pipeline; manual version tagging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🟢 Test Debris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Reconciliation tests leave orphan .db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🟢 Documentation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Some inline comments reference outdated versions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Backtesting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Trades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Win%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PF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MaxDD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NetRet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NIFTY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-39.01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-3.8%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 EDGE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BANKNIFTY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 EDGE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FINNIFTY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-27.66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-3.7%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 EDGE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39C12"/>
                </a:solidFill>
              </a:defRPr>
            </a:pPr>
            <a:r>
              <a:t>⚠️ Critical Caveat: Results are based on 30-day Yahoo 1m data with synthetic OI/PCR.</a:t>
            </a:r>
            <a:br/>
            <a:r>
              <a:t>0-10 trades per index — statistically insignificant.</a:t>
            </a:r>
            <a:br/>
            <a:r>
              <a:t>Real NSE option chain data and 6+ month validation are required for meaningful assessment.</a:t>
            </a:r>
            <a:br/>
            <a:br/>
            <a:r>
              <a:t>Data Period: April 27 – May 22, 2026  |  7,117 bars per index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Recommendations for Future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1️⃣  RiskAuthority Consolidation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Merge ~10 risk modules into single canonical RiskAuthority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234440"/>
            <a:ext cx="13716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2️⃣  Real NSE Data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Replace Yahoo Finance with real NSE option chain data for accurate OI/PCR/IV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103120"/>
            <a:ext cx="13716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3️⃣  CI/CD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GitHub Actions CI + pre-commit hooks (ruff, mypy, pytest) for every 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971800"/>
            <a:ext cx="13716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4️⃣  Automated Releases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Release workflow: tests → build → tag → changelog → GitHub Release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840480"/>
            <a:ext cx="13716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5️⃣  Walk-Forward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Use core/walkforward_engine.py + param_optimizer.py for systematic parameter tuning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4709160"/>
            <a:ext cx="13716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32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6️⃣  Pre-commit Hygiene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Fix reconciliation tests to clean up .db artifacts; enforce via 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5577840"/>
            <a:ext cx="13716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t>Status: Production Ready — v2.53.0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The OPBuying system demonstrates production-grade architecture with strong execution reconciliation, broker abstraction, ML pipeline, and comprehensive testing. Primary weaknesses are risk engine fragmentation and data quality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Immediate Next Steps (Next 30 Days):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Execute RiskAuthority Phase 1 (Audit) and Phase 2 (Dead Code Removal)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Integrate real NSE option chain data provider for accurate signal generation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Set up GitHub Actions CI pipeline with pre-commit hooks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Run 6-month walk-forward validation with real data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Schedule weekly automated health checks via core/health_checker.py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