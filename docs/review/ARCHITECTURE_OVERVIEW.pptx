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B3D66"/>
                </a:solidFill>
              </a:rPr>
              <a:t>OPB Index Options Buying Bot</a:t>
            </a:r>
          </a:p>
          <a:p>
            <a:r>
              <a:rPr sz="2600">
                <a:solidFill>
                  <a:srgbClr val="148F8F"/>
                </a:solidFill>
              </a:rPr>
              <a:t>Architecture Overview &amp; System Review</a:t>
            </a:r>
          </a:p>
          <a:p>
            <a:r>
              <a:rPr sz="1400">
                <a:solidFill>
                  <a:srgbClr val="5A6470"/>
                </a:solidFill>
              </a:rPr>
              <a:t>v2.58.0  |  2026-08-08  |  NSE Index Options (NIFTY / BANKNIFTY / FINNIFTY)</a:t>
            </a:r>
          </a:p>
          <a:p>
            <a:r>
              <a:rPr sz="1300">
                <a:solidFill>
                  <a:srgbClr val="5A6470"/>
                </a:solidFill>
              </a:rPr>
              <a:t>Strengths  |  Weaknesses  |  Suggested Improvements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66"/>
                </a:solidFill>
              </a:rPr>
              <a:t>System Overview</a:t>
            </a:r>
          </a:p>
          <a:p>
            <a:r>
              <a:rPr sz="1400">
                <a:solidFill>
                  <a:srgbClr val="5A6470"/>
                </a:solidFill>
              </a:rPr>
              <a:t>Python 3.10-3.19 | Windows primary, Linux/Docker | NSE index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Purpose: </a:t>
            </a:r>
            <a:r>
              <a:rPr sz="1200">
                <a:solidFill>
                  <a:srgbClr val="222B35"/>
                </a:solidFill>
              </a:rPr>
              <a:t>Automated NSE index options buying with signal generation, risk management, execution (Kite/Angel/Paper).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Data: </a:t>
            </a:r>
            <a:r>
              <a:rPr sz="1200">
                <a:solidFill>
                  <a:srgbClr val="222B35"/>
                </a:solidFill>
              </a:rPr>
              <a:t>yfinance (LTP/OHLCV) primary; NSE option chain blocked by Akamai; broker WS optional.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Config: </a:t>
            </a:r>
            <a:r>
              <a:rPr sz="1200">
                <a:solidFill>
                  <a:srgbClr val="222B35"/>
                </a:solidFill>
              </a:rPr>
              <a:t>3-layer merge: index_config.defaults.json (1,058 keys) &lt;- config.json &lt;- OPBUYING_* env secrets.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State: </a:t>
            </a:r>
            <a:r>
              <a:rPr sz="1200">
                <a:solidFill>
                  <a:srgbClr val="222B35"/>
                </a:solidFill>
              </a:rPr>
              <a:t>SQLite (trades/journal/ML tracker/OI snapshots) + trader_state.json survive restarts.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Notifications: </a:t>
            </a:r>
            <a:r>
              <a:rPr sz="1200">
                <a:solidFill>
                  <a:srgbClr val="222B35"/>
                </a:solidFill>
              </a:rPr>
              <a:t>Telegram bot with auth allowlists, rate limits, audit, priority queue.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Current run: </a:t>
            </a:r>
            <a:r>
              <a:rPr sz="1200">
                <a:solidFill>
                  <a:srgbClr val="222B35"/>
                </a:solidFill>
              </a:rPr>
              <a:t>SHADOW LIVE (SIGNAL_ONLY) active during market hours - real data, zero orders.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66"/>
                </a:solidFill>
              </a:rPr>
              <a:t>Architecture Layers</a:t>
            </a:r>
          </a:p>
          <a:p>
            <a:r>
              <a:rPr sz="1400">
                <a:solidFill>
                  <a:srgbClr val="5A6470"/>
                </a:solidFill>
              </a:rPr>
              <a:t>Clean-ish architecture with domains, ports, DI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Entry / UI: </a:t>
            </a:r>
            <a:r>
              <a:rPr sz="1100">
                <a:solidFill>
                  <a:srgbClr val="222B35"/>
                </a:solidFill>
              </a:rPr>
              <a:t>index_trader.py (brain), launcher.py (GUI), web dashboard (FastAPI+RBAC), Telegram commander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Domains (DEBT-008): </a:t>
            </a:r>
            <a:r>
              <a:rPr sz="1100">
                <a:solidFill>
                  <a:srgbClr val="222B35"/>
                </a:solidFill>
              </a:rPr>
              <a:t>config, broker, market, trading, admin - extracted responsibilities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Core services: </a:t>
            </a:r>
            <a:r>
              <a:rPr sz="1100">
                <a:solidFill>
                  <a:srgbClr val="222B35"/>
                </a:solidFill>
              </a:rPr>
              <a:t>Signal pipeline (IV rank -&gt; session -&gt; ML -&gt; tier), risk service, position service, execution service, reconciliation, self-healing orchestrator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Strategy engines: </a:t>
            </a:r>
            <a:r>
              <a:rPr sz="1100">
                <a:solidFill>
                  <a:srgbClr val="222B35"/>
                </a:solidFill>
              </a:rPr>
              <a:t>Index options + equity + commodity + currency + futures via multi-asset dispatcher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Adapters / ports: </a:t>
            </a:r>
            <a:r>
              <a:rPr sz="1100">
                <a:solidFill>
                  <a:srgbClr val="222B35"/>
                </a:solidFill>
              </a:rPr>
              <a:t>Broker adapters (Paper/Kite/Angel), yfinance/NSE data, Telegram, reporting (ReportLab), metrics (Prometheus)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Safety layer: </a:t>
            </a:r>
            <a:r>
              <a:rPr sz="1100">
                <a:solidFill>
                  <a:srgbClr val="222B35"/>
                </a:solidFill>
              </a:rPr>
              <a:t>Hard halt, circuit breaker, watchdog, kill file, margin validator, deterministic state machine, idempotency certifier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66"/>
                </a:solidFill>
              </a:rPr>
              <a:t>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Safety invariants: </a:t>
            </a:r>
            <a:r>
              <a:rPr sz="1100">
                <a:solidFill>
                  <a:srgbClr val="222B35"/>
                </a:solidFill>
              </a:rPr>
              <a:t>Paper-mode invariant (simulated fills never reach a real broker), hard halt kill-switch, kill file, circuit breaker, watchdog thread, capital reservation lock, LTP sanity check.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Governance depth: </a:t>
            </a:r>
            <a:r>
              <a:rPr sz="1100">
                <a:solidFill>
                  <a:srgbClr val="222B35"/>
                </a:solidFill>
              </a:rPr>
              <a:t>Constitution Validation Engine (23 categories), pre-implementation compliance gate, AI governance gate, live-readiness scorecard (5 blocking criteria), release governance pipeline.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Test maturity: </a:t>
            </a:r>
            <a:r>
              <a:rPr sz="1100">
                <a:solidFill>
                  <a:srgbClr val="222B35"/>
                </a:solidFill>
              </a:rPr>
              <a:t>~14,700 tests; dedicated suites for smoke, live-readiness, NSE recorder, constitution, config schema, paper trader, execution hardening.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CI/CD completeness: </a:t>
            </a:r>
            <a:r>
              <a:rPr sz="1100">
                <a:solidFill>
                  <a:srgbClr val="222B35"/>
                </a:solidFill>
              </a:rPr>
              <a:t>GitHub Actions with 9 jobs (lint, test matrix 3.11-3.14, coverage &gt;=90%, security with pip-audit+bandit+semgrep, governance, certification, slow tests, build+checksum) + nightly full-suite cron.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Deployment options: </a:t>
            </a:r>
            <a:r>
              <a:rPr sz="1100">
                <a:solidFill>
                  <a:srgbClr val="222B35"/>
                </a:solidFill>
              </a:rPr>
              <a:t>Dockerfile + docker-compose + supervisord, Dockerfile.realestate, k8s configmap, launcher EXE with single-instance lock.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Observability: </a:t>
            </a:r>
            <a:r>
              <a:rPr sz="1100">
                <a:solidFill>
                  <a:srgbClr val="222B35"/>
                </a:solidFill>
              </a:rPr>
              <a:t>Prometheus metrics exporter, FastAPI enterprise dashboard (RBAC), health checker, audit trail (JSONL), structured logging with rotation + gzip.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Security posture: </a:t>
            </a:r>
            <a:r>
              <a:rPr sz="1100">
                <a:solidFill>
                  <a:srgbClr val="222B35"/>
                </a:solidFill>
              </a:rPr>
              <a:t>Secrets moved to OPBUYING_* env vars, SecureConfig redaction, config.local.json gitignored, Telegram auth allowlists + rate limits + audit, bandit in CI.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Multi-asset coverage: </a:t>
            </a:r>
            <a:r>
              <a:rPr sz="1100">
                <a:solidFill>
                  <a:srgbClr val="222B35"/>
                </a:solidFill>
              </a:rPr>
              <a:t>Equity, commodity (MCX), currency (CDS), index futures engines routed through a multi-asset dispatcher (equity enabled by default).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66"/>
                </a:solidFill>
              </a:rPr>
              <a:t>Weaknesses /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Live-readiness gate unmet: </a:t>
            </a:r>
            <a:r>
              <a:rPr sz="1100">
                <a:solidFill>
                  <a:srgbClr val="B32D2D"/>
                </a:solidFill>
              </a:rPr>
              <a:t>0/50 paper trades, 0 trading days, 0% win rate -&gt; the gate correctly blocks LIVE (AUTO) start. No broker credentials configured (BROKER_API_ENABLED=false, GENERIC driver). A PAPER session runs daily to build the record.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Live data latency: </a:t>
            </a:r>
            <a:r>
              <a:rPr sz="1100">
                <a:solidFill>
                  <a:srgbClr val="B32D2D"/>
                </a:solidFill>
              </a:rPr>
              <a:t>NSE Akamai blocks automated scraping; yfinance fallback labels NIFTY LTP as 'last daily close' during live hours (stale intraday prices).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Dead-code register noise: </a:t>
            </a:r>
            <a:r>
              <a:rPr sz="1100">
                <a:solidFill>
                  <a:srgbClr val="B32D2D"/>
                </a:solidFill>
              </a:rPr>
              <a:t>44,324 ORPHANED_SYMBOL entries, all MEDIUM; mostly test functions/constants (register regenerated 2026-08-08). No orphaned modules found, so no safe bulk pruning exists.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Static-analysis findings: </a:t>
            </a:r>
            <a:r>
              <a:rPr sz="1100">
                <a:solidFill>
                  <a:srgbClr val="B32D2D"/>
                </a:solidFill>
              </a:rPr>
              <a:t>Bandit: 0 HIGH / 0 MEDIUM / 298 LOW over 177,378 LOC (2026-08-08). All 14 MEDIUM resolved with proper fixes: identifier allow-lists on dynamic SQL, http/https scheme checks + opener-based URL calls, loopback default bind. Remaining 298 are LOW-severity heuristics (B101 asserts, B603 subprocess, B311 random) - see register.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Version skew: </a:t>
            </a:r>
            <a:r>
              <a:rPr sz="1100">
                <a:solidFill>
                  <a:srgbClr val="B32D2D"/>
                </a:solidFill>
              </a:rPr>
              <a:t>Local runtime Python 3.14.4 vs CI matrix 3.11/3.12. Startup gate allows 3.10-3.19, but CI should add 3.13/3.14.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Dashboard binding: </a:t>
            </a:r>
            <a:r>
              <a:rPr sz="1100">
                <a:solidFill>
                  <a:srgbClr val="B32D2D"/>
                </a:solidFill>
              </a:rPr>
              <a:t>web_dashboard binds 0.0.0.0 by default (opt-in feature; warns without TLS). Should default to 127.0.0.1.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ML cold start: </a:t>
            </a:r>
            <a:r>
              <a:rPr sz="1100">
                <a:solidFill>
                  <a:srgbClr val="B32D2D"/>
                </a:solidFill>
              </a:rPr>
              <a:t>ML classifier has no training data (0 trades); predict_win_prob degrades to 0.5 until the paper track record accumulates.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Config drift artifacts: </a:t>
            </a:r>
            <a:r>
              <a:rPr sz="1100">
                <a:solidFill>
                  <a:srgbClr val="B32D2D"/>
                </a:solidFill>
              </a:rPr>
              <a:t>Previous audit reports in docs/archive record config drift (EXECUTION_MODE defaults differ); current sync checks pass but older reports remain unarchived.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66"/>
                </a:solidFill>
              </a:rPr>
              <a:t>Suggested Improvements</a:t>
            </a:r>
          </a:p>
          <a:p>
            <a:r>
              <a:rPr sz="1400">
                <a:solidFill>
                  <a:srgbClr val="5A6470"/>
                </a:solidFill>
              </a:rPr>
              <a:t>Prioritised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P1 - Build paper track record: </a:t>
            </a:r>
            <a:r>
              <a:rPr sz="1100">
                <a:solidFill>
                  <a:srgbClr val="222B35"/>
                </a:solidFill>
              </a:rPr>
              <a:t>Run EXECUTION_MODE=PAPER for &gt;=10 trading days / &gt;=50 trades to unblock the live-readiness gate. This is the single blocking item for AUTO.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P1 - Configure broker secrets: </a:t>
            </a:r>
            <a:r>
              <a:rPr sz="1100">
                <a:solidFill>
                  <a:srgbClr val="222B35"/>
                </a:solidFill>
              </a:rPr>
              <a:t>Set OPBUYING_BROKER_API_KEY/ACCESS_TOKEN/USER_ID/PASSWORD env vars and BROKER_DRIVER=KITE|ANGEL when ready; keep EXECUTION_MODE progression MANUAL-&gt;PAPER-&gt;SIGNAL_ONLY-&gt;AUTO.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P2 - DONE - Harden urlopen schemes: </a:t>
            </a:r>
            <a:r>
              <a:rPr sz="1100">
                <a:solidFill>
                  <a:srgbClr val="222B35"/>
                </a:solidFill>
              </a:rPr>
              <a:t>http/https scheme allowlists on all urlopen sites: core (6 modules) + scripts (realestate_synthetic_monitor, test_deployment); calls moved to build_opener().open() - no nosec.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P2 - DONE - Fix dynamic SQL: </a:t>
            </a:r>
            <a:r>
              <a:rPr sz="1100">
                <a:solidFill>
                  <a:srgbClr val="222B35"/>
                </a:solidFill>
              </a:rPr>
              <a:t>Identifier allow-list validation (_safe_ident) on all dynamic table/column SQL in scripts (check_db_integrity, migrate_to_postgresql, verify_restore, quantitative_validation_report); values parameter-bound - no nosec. Bandit MEDIUM 14 -&gt; 0.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P2 - DONE - Dashboard default bind: </a:t>
            </a:r>
            <a:r>
              <a:rPr sz="1100">
                <a:solidFill>
                  <a:srgbClr val="222B35"/>
                </a:solidFill>
              </a:rPr>
              <a:t>web_dashboard + enterprise_dashboard + launch_realestate bind 127.0.0.1 by default (0.0.0.0 only when explicitly configured).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P2 - DONE - CI matrix: </a:t>
            </a:r>
            <a:r>
              <a:rPr sz="1100">
                <a:solidFill>
                  <a:srgbClr val="222B35"/>
                </a:solidFill>
              </a:rPr>
              <a:t>Python 3.13/3.14 added to the GitHub Actions test matrix; semgrep added to the security job; nightly full-suite cron scheduled.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P3 - Register hygiene: </a:t>
            </a:r>
            <a:r>
              <a:rPr sz="1100">
                <a:solidFill>
                  <a:srgbClr val="222B35"/>
                </a:solidFill>
              </a:rPr>
              <a:t>Run scan_dead_code.py --update-registers after every scan so the register reflects current code (stale rows were regenerated 2026-08-08).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B3D66"/>
                </a:solidFill>
              </a:rPr>
              <a:t>P3 - Archive stale docs: </a:t>
            </a:r>
            <a:r>
              <a:rPr sz="1100">
                <a:solidFill>
                  <a:srgbClr val="222B35"/>
                </a:solidFill>
              </a:rPr>
              <a:t>Move 2026-07-20 audit reports in docs/archive to a dated subfolder and regenerate config-drift reports against current defaults.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66"/>
                </a:solidFill>
              </a:rPr>
              <a:t>Live-Readiness Gate - Current Status</a:t>
            </a:r>
          </a:p>
          <a:p>
            <a:r>
              <a:rPr sz="1400">
                <a:solidFill>
                  <a:srgbClr val="5A6470"/>
                </a:solidFill>
              </a:rPr>
              <a:t>Automated blocker for LIVE (AUTO)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Minimum paper trades: </a:t>
            </a:r>
            <a:r>
              <a:rPr sz="1200">
                <a:solidFill>
                  <a:srgbClr val="222B35"/>
                </a:solidFill>
              </a:rPr>
              <a:t>0 / 50  (BLOCKED)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Win rate &gt;= 50%: </a:t>
            </a:r>
            <a:r>
              <a:rPr sz="1200">
                <a:solidFill>
                  <a:srgbClr val="222B35"/>
                </a:solidFill>
              </a:rPr>
              <a:t>0.0%  (BLOCKED)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Profit factor &gt;= 1.30: </a:t>
            </a:r>
            <a:r>
              <a:rPr sz="1200">
                <a:solidFill>
                  <a:srgbClr val="222B35"/>
                </a:solidFill>
              </a:rPr>
              <a:t>0.000  (BLOCKED)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Max drawdown &lt;= 15%: </a:t>
            </a:r>
            <a:r>
              <a:rPr sz="1200">
                <a:solidFill>
                  <a:srgbClr val="222B35"/>
                </a:solidFill>
              </a:rPr>
              <a:t>0.0%  (PASS)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Minimum trading days: </a:t>
            </a:r>
            <a:r>
              <a:rPr sz="1200">
                <a:solidFill>
                  <a:srgbClr val="222B35"/>
                </a:solidFill>
              </a:rPr>
              <a:t>0 / 10  (BLOCKED)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Sharpe &gt;= 0.5: </a:t>
            </a:r>
            <a:r>
              <a:rPr sz="1200">
                <a:solidFill>
                  <a:srgbClr val="222B35"/>
                </a:solidFill>
              </a:rPr>
              <a:t>0.000  (not met)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3D66"/>
                </a:solidFill>
              </a:rPr>
              <a:t>Recommendation: </a:t>
            </a:r>
            <a:r>
              <a:rPr sz="1200">
                <a:solidFill>
                  <a:srgbClr val="222B35"/>
                </a:solidFill>
              </a:rPr>
              <a:t>Run paper mode until criteria met; then MANUAL -&gt; PAPER -&gt; SIGNAL_ONLY -&gt; AUTO progression with broker secrets.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